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83210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182880"/>
            <a:ext cx="3657600" cy="3657600"/>
          </a:xfrm>
          <a:prstGeom prst="ellipse">
            <a:avLst/>
          </a:prstGeom>
          <a:solidFill>
            <a:srgbClr val="B85042">
              <a:alpha val="12000"/>
            </a:srgbClr>
          </a:solidFill>
          <a:ln w="25400">
            <a:solidFill>
              <a:srgbClr val="B85042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914400"/>
            <a:ext cx="2286000" cy="2286000"/>
          </a:xfrm>
          <a:prstGeom prst="ellipse">
            <a:avLst/>
          </a:prstGeom>
          <a:solidFill>
            <a:srgbClr val="B85042">
              <a:alpha val="20000"/>
            </a:srgbClr>
          </a:solidFill>
          <a:ln w="12700">
            <a:solidFill>
              <a:srgbClr val="B85042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7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ourdahanu.in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आपला व्यवसाय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आणा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Business with OurDahanu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3474720" cy="54864"/>
          </a:xfrm>
          <a:prstGeom prst="rect">
            <a:avLst/>
          </a:prstGeom>
          <a:solidFill>
            <a:srgbClr val="D4735E"/>
          </a:solidFill>
          <a:ln w="12700">
            <a:solidFill>
              <a:srgbClr val="D47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Dahanu · Bordi · Gholvad · Palghar — 30,000+ लोकांपर्यंत पोहोचा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ourdahanu.in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The Problem — ग्राहक online शोधतो, पण तुम्ही मिळत नाही!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आज ग्राहक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शोधतो... 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389120" cy="548640"/>
          </a:xfrm>
          <a:prstGeom prst="rect">
            <a:avLst/>
          </a:prstGeom>
          <a:solidFill>
            <a:srgbClr val="F0E6DC"/>
          </a:solidFill>
          <a:ln w="12700">
            <a:solidFill>
              <a:srgbClr val="E0D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2140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"photographer Dahanu"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4389120" cy="548640"/>
          </a:xfrm>
          <a:prstGeom prst="rect">
            <a:avLst/>
          </a:prstGeom>
          <a:solidFill>
            <a:srgbClr val="F0E6DC"/>
          </a:solidFill>
          <a:ln w="12700">
            <a:solidFill>
              <a:srgbClr val="E0D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77977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"plumber near me"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19856"/>
            <a:ext cx="4389120" cy="548640"/>
          </a:xfrm>
          <a:prstGeom prst="rect">
            <a:avLst/>
          </a:prstGeom>
          <a:solidFill>
            <a:srgbClr val="F0E6DC"/>
          </a:solidFill>
          <a:ln w="12700">
            <a:solidFill>
              <a:srgbClr val="E0D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4381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"cake Bordi"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078224"/>
            <a:ext cx="4389120" cy="548640"/>
          </a:xfrm>
          <a:prstGeom prst="rect">
            <a:avLst/>
          </a:prstGeom>
          <a:solidFill>
            <a:srgbClr val="F0E6DC"/>
          </a:solidFill>
          <a:ln w="12700">
            <a:solidFill>
              <a:srgbClr val="E0D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09651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"salon near Dahanu"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1005840"/>
            <a:ext cx="2743200" cy="38404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325880"/>
            <a:ext cx="2377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4173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3F4"/>
          </a:solidFill>
          <a:ln/>
        </p:spPr>
      </p:sp>
      <p:sp>
        <p:nvSpPr>
          <p:cNvPr id="17" name="Text 15"/>
          <p:cNvSpPr/>
          <p:nvPr/>
        </p:nvSpPr>
        <p:spPr>
          <a:xfrm>
            <a:off x="5788152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plumber Dahanu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results found 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😔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669280" y="3657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ग्राहकाला तुम्ही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सापडत नाही!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" y="4736592"/>
            <a:ext cx="9034272" cy="40233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731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Dahanu मध्ये 30,000+ लोक smartphone वापरतात — ते रोज local businesses search करतात!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OurDahanu म्हणजे काय?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Dahanu चा स्वतःचा Online Business Directory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37360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वर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दिसाल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3246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search 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Google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appear on top!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737360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Contact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42032" y="3246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or calls you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directly, instantly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737360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90872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90872" y="3246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credibility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reviews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 ratings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7373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737360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39712" y="25603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39712" y="324612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work,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products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beautifully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" y="4736592"/>
            <a:ext cx="9034272" cy="402336"/>
          </a:xfrm>
          <a:prstGeom prst="rect">
            <a:avLst/>
          </a:prstGeom>
          <a:solidFill>
            <a:srgbClr val="F0E6D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731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Dahanu · Bordi · Gholvad · Palghar — सगळ्यांसाठी, एकाच platform वर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🎁 तुम्हाला काय मिळेल?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52144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स्वतःचा page: yourname.ourdahanu.in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portfolio, business info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button — direct customer contact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9626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&amp; star ratings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639312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5844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location link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261104"/>
            <a:ext cx="402336" cy="402336"/>
          </a:xfrm>
          <a:prstGeom prst="ellipse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मध्ये rank होता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00584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1005840"/>
            <a:ext cx="384048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078992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5232" y="1078992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1078992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042416"/>
            <a:ext cx="292608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10515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yourname.ourdahanu.in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1389888"/>
            <a:ext cx="384048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 Your Business Name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Dahanu, Maharashtra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  4.9  (24 reviews)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2907792"/>
            <a:ext cx="1691640" cy="40233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90779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2907792"/>
            <a:ext cx="1691640" cy="40233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90779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Call Now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 ·  Gallery  ·  Reviews  ·  Location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4224528"/>
            <a:ext cx="3840480" cy="457200"/>
          </a:xfrm>
          <a:prstGeom prst="rect">
            <a:avLst/>
          </a:prstGeom>
          <a:solidFill>
            <a:srgbClr val="F0E6D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2519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"तुमचं स्वतःचं website — FREE मिळतं!" 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आधीच कोण join झाले आहेत?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4904" y="1764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" y="223113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arth.ourdahanu.in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109728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097280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42032" y="1764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Homefood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23113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cuppyncakes.ourdahanu.in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54296" y="109728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097280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1764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Salons &amp; Beauty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23113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nailsbymishka.ourdahanu.in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21424" y="1097280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097280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76288" y="1764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Farms &amp; Organic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2231136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nisargfarm.ourdahanu.in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953512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53512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🎪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74904" y="3621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Services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knowiaevents.ourdahanu.in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87168" y="2953512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87168" y="2953512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542032" y="3621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Doctors &amp; Clinics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42032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drmansioza.ourdahanu.in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54296" y="2953512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54296" y="2953512"/>
            <a:ext cx="20116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709160" y="3621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&amp; Marketing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socialbranding.ourdahanu.in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21424" y="2953512"/>
            <a:ext cx="2011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21424" y="2953512"/>
            <a:ext cx="2011680" cy="9144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3090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876288" y="362102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Interiors &amp; Design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76288" y="408736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pranaliinteriors.ourdahanu.in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ग्राहक तुम्हाला कसा शोधतो?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331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234440" cy="1234440"/>
          </a:xfrm>
          <a:prstGeom prst="ellipse">
            <a:avLst/>
          </a:prstGeom>
          <a:solidFill>
            <a:srgbClr val="F0E6DC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01368" y="1133856"/>
            <a:ext cx="292608" cy="292608"/>
          </a:xfrm>
          <a:prstGeom prst="ellipse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"photographer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Dahanu"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 on phone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80360" y="1188720"/>
            <a:ext cx="1234440" cy="1234440"/>
          </a:xfrm>
          <a:prstGeom prst="ellipse">
            <a:avLst/>
          </a:prstGeom>
          <a:solidFill>
            <a:srgbClr val="F0E6DC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2344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950208" y="1133856"/>
            <a:ext cx="292608" cy="292608"/>
          </a:xfrm>
          <a:prstGeom prst="ellipse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060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ourdahanu.in appears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listing shows 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29200" y="1188720"/>
            <a:ext cx="1234440" cy="1234440"/>
          </a:xfrm>
          <a:prstGeom prst="ellipse">
            <a:avLst/>
          </a:prstGeom>
          <a:solidFill>
            <a:srgbClr val="F0E6DC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2344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099048" y="1133856"/>
            <a:ext cx="292608" cy="292608"/>
          </a:xfrm>
          <a:prstGeom prst="ellipse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Contacts You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directly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instant contact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1188720"/>
            <a:ext cx="1234440" cy="123444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2344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8247888" y="1133856"/>
            <a:ext cx="292608" cy="292608"/>
          </a:xfrm>
          <a:prstGeom prst="ellipse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Customer!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0372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grows! 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your pocket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850392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"एकदा OurDahanu वर listing केली की ग्राहक 24/7 येतात — झोपेतही business चालतं! 🌙"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Plans &amp; Pricing — सगळ्यांसाठी काहीतरी आहे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₹999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 (₹83/month)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2148840" cy="45720"/>
          </a:xfrm>
          <a:prstGeom prst="rect">
            <a:avLst/>
          </a:prstGeom>
          <a:solidFill>
            <a:srgbClr val="EDE5D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346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listing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Photos (up to 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8953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button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1696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Maps link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44439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 reviews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30168" y="960120"/>
            <a:ext cx="1920240" cy="27432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72968" y="1234440"/>
            <a:ext cx="2697480" cy="3657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64408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64408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64408" y="2377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₹1,999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64408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 (₹167/month)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47288" y="3246120"/>
            <a:ext cx="2148840" cy="45720"/>
          </a:xfrm>
          <a:prstGeom prst="rect">
            <a:avLst/>
          </a:prstGeom>
          <a:solidFill>
            <a:srgbClr val="D4836E"/>
          </a:solidFill>
          <a:ln w="12700">
            <a:solidFill>
              <a:srgbClr val="D483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46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Basic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More photos (10+)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8953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Services section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41696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placement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4439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Featured badge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83096" y="960120"/>
            <a:ext cx="1920240" cy="274320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VISIBILITY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25896" y="123444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17336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17336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17336" y="23774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₹3,499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17336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 (₹292/month)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0216" y="3246120"/>
            <a:ext cx="2148840" cy="45720"/>
          </a:xfrm>
          <a:prstGeom prst="rect">
            <a:avLst/>
          </a:prstGeom>
          <a:solidFill>
            <a:srgbClr val="EDE5DC"/>
          </a:solidFill>
          <a:ln w="12700">
            <a:solidFill>
              <a:srgbClr val="EDE5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346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Premium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0488" y="362102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of category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0488" y="38953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Homepage featured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0488" y="416966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Bold highlighted card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0488" y="44439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सुरू कसं करायचं? फक्त 3 Steps!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063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61872" y="960120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करा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ourdahanu.in वर जा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'List Your Business' click करा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फॉर्म भरा — फक्त 5 minutes!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" y="3657600"/>
            <a:ext cx="2487168" cy="640080"/>
          </a:xfrm>
          <a:prstGeom prst="rect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033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Name, phone, photos, address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42232" y="960120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91840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91840" y="1847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होईल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37560" y="2377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आमची team तुमची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verify करेल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तासांत activate होईल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3657600"/>
            <a:ext cx="2487168" cy="640080"/>
          </a:xfrm>
          <a:prstGeom prst="rect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7033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WhatsApp वर confirmation येईल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22592" y="960120"/>
            <a:ext cx="822960" cy="8229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🎉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72200" y="18470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2377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yourname.ourdahanu.in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live होईल!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ग्राहक शोधू लागतील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3657600"/>
            <a:ext cx="2487168" cy="640080"/>
          </a:xfrm>
          <a:prstGeom prst="rect">
            <a:avLst/>
          </a:prstGeom>
          <a:solidFill>
            <a:srgbClr val="F0E6DC"/>
          </a:solidFill>
          <a:ln w="12700">
            <a:solidFill>
              <a:srgbClr val="D4B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7033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indexing automatically starts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83210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B85042">
              <a:alpha val="12000"/>
            </a:srgbClr>
          </a:solidFill>
          <a:ln w="25400">
            <a:solidFill>
              <a:srgbClr val="B85042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0000"/>
            </a:srgbClr>
          </a:solidFill>
          <a:ln w="12700">
            <a:solidFill>
              <a:srgbClr val="B85042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7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आता वेळ आली आहे! 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आपला व्यवसाय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OurDahanu वर List करा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आज!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347472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00400"/>
            <a:ext cx="3657600" cy="5669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 to Join Now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365760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ourdahanu.in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051560"/>
            <a:ext cx="3794760" cy="3840480"/>
          </a:xfrm>
          <a:prstGeom prst="rect">
            <a:avLst/>
          </a:prstGeom>
          <a:solidFill>
            <a:srgbClr val="B85042">
              <a:alpha val="1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8872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30,000+ potential 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68249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वर rank — FREE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176272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स्वतःचा website page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67004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direct contact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16382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Starting ₹999/year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65760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48-hour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415137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Dahanu च्या लोकांसाठीच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OurDahanu Sales Pitch</dc:title>
  <dc:subject>PptxGenJS Presentation</dc:subject>
  <dc:creator>PptxGenJS</dc:creator>
  <cp:lastModifiedBy>PptxGenJS</cp:lastModifiedBy>
  <cp:revision>1</cp:revision>
  <dcterms:created xsi:type="dcterms:W3CDTF">2026-04-05T13:35:48Z</dcterms:created>
  <dcterms:modified xsi:type="dcterms:W3CDTF">2026-04-05T13:35:48Z</dcterms:modified>
</cp:coreProperties>
</file>